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科研卡片工厂结课报告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7315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汇总 5 个章节作品，平均完成分 91.2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7315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ch01 | environment log | 92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51760"/>
            <a:ext cx="7315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ch02 | data cards | 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154680"/>
            <a:ext cx="7315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ch03 | file archiver | 90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657600"/>
            <a:ext cx="7315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ch06 | learning dashboard | 95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60520"/>
            <a:ext cx="7315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ch09 | image report | 91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