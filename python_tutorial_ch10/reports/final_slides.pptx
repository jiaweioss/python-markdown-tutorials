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科研卡片工厂结课报告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汇总 5 个章节作品，平均完成分 91.2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ch01 | environment log | 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ch02 | data cards | 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ch03 | file archiver | 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ch06 | learning dashboard | 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ch09 | image report | 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